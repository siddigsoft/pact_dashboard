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4114800"/>
            <a:ext cx="2286000" cy="228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 &amp; Registration Guide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register · What you can do · Contracts &amp; Payroll kickoff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120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51206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5120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51206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5120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app.pactorg.com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PACT Command Center?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for all PACT operations — from field work to payroll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Tasks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assign, and track all work in structured projects with Gantt views, milestones, and health scores.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24528" y="114300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61688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Budgets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61688" y="2148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accounting suite — GL, budgets, procurement (P2P), donor reporting, and payroll generation.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0456" y="114300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57616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People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7616" y="2148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payroll runs, leave management, performance reviews, salary increments, and EOSB calculations.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42900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visits, MMP planning, GPS tracking, survey distribution, and coverage analytics.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24528" y="342900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361688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 &amp; Tasks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1688" y="4434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staff member logs daily output, timesheets, and task progress — all feeding into performance and payroll.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0456" y="342900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357616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CRM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57616" y="4434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alerts, WhatsApp integration, partner management, and a full broadcast center.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7 steps to activate your PACT Command Center account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12527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160020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https://app.pactorg.com  in any browser (Chrome recommended)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04872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79192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2514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"Sign Up"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8620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Sign Up link below the login form on the homepage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666744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41064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3776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Work Email &amp; Password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412394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official PACT email. Password must be 8+ characters with numbers &amp; symbols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4928616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202936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202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50383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Role: Employee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" y="538581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Choose "Employee" — do NOT select any other role at registration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114300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13448" y="12527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Profile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13448" y="160020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full name, department, job title, and phone number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404872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79192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13448" y="2514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Activation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13448" y="28620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will review and activate your account. You'll receive a confirmation email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3666744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941064"/>
            <a:ext cx="502920" cy="502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13448" y="3776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&amp; Explore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13448" y="412394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active, go to My Tasks and My Board to see your assignments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Role: Employee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staff member can do once registered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11704320" cy="6858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Role: EMPLOYEE — Default role for ALL staff. Assigned automatically at registration. Managers will be upgraded by the system admin.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" y="2148840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20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View &amp; update tasks assigned to 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2148840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20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Manage my Kanban board (drag &amp; drop)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" y="2953512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Participate in projects I am part of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2953512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72491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Submit daily timesheets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" y="3758184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958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Log daily work output &amp; upload proof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53912" y="3758184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52958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 Submit &amp; track leave requests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" y="4562856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3425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View my contract &amp; download payslips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53912" y="4562856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33425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Receive task &amp; approval notifications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" y="5367528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3892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View my project dashboards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53912" y="5367528"/>
            <a:ext cx="36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513892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Access from any device — mobile ready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Tasks — The Core of Your Work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starts with a project and flows down to individual tasks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3749040" cy="50749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00584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51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Projects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" y="2221992"/>
            <a:ext cx="109728" cy="10972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0574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project lifecycle (10 types)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2889504"/>
            <a:ext cx="109728" cy="10972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7249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&amp; milestones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557016"/>
            <a:ext cx="109728" cy="10972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3924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tracking vs actuals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4224528"/>
            <a:ext cx="109728" cy="10972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059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&amp; risk alerts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4892040"/>
            <a:ext cx="109728" cy="10972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72744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 &amp; archive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" y="5559552"/>
            <a:ext cx="109728" cy="10972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53949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task tracker with dependencies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24528" y="1005840"/>
            <a:ext cx="3749040" cy="50749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100584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1051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My Board (Kanban)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425696" y="22219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20574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Kanban: To Do → In Progress → Done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25696" y="2889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27249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cards to update status instantly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25696" y="355701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33924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across all projects in one view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25696" y="42245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4059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flags (High / Medium / Low)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25696" y="489204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472744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alerts &amp; deadline tracking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25696" y="55595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53949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project, priority, or date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0456" y="1005840"/>
            <a:ext cx="3749040" cy="50749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0456" y="100584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1051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My Tasks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421624" y="222199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04504" y="20574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task assigned to you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21624" y="288950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04504" y="27249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subtasks and set progress 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21624" y="355701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04504" y="33924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and add comments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421624" y="42245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04504" y="4059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output with proof uploads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21624" y="489204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04504" y="472744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 auto-generate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21624" y="555955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04504" y="53949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completion rewards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Payroll — Why You Need to Register NOW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contract processing is ready — we just need all staff on 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11704320" cy="731520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IMPORTANT: Contract generation and the first payroll run will begin as soon as all staff complete registration. Every day of delay impacts your payroll timeline.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20240"/>
            <a:ext cx="3749040" cy="777240"/>
          </a:xfrm>
          <a:prstGeom prst="roundRect">
            <a:avLst>
              <a:gd name="adj" fmla="val 14118"/>
            </a:avLst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Digital Contracts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" y="2990088"/>
            <a:ext cx="36576" cy="2743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278892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contracts stored securely in the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767328"/>
            <a:ext cx="36576" cy="2743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3566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e-sign your contract from any device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4544568"/>
            <a:ext cx="36576" cy="2743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" y="43434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history and amendments tracked with audit trail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5321808"/>
            <a:ext cx="36576" cy="2743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51206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generates contracts in bulk once all staff registered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24528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4528" y="1920240"/>
            <a:ext cx="3749040" cy="777240"/>
          </a:xfrm>
          <a:prstGeom prst="roundRect">
            <a:avLst>
              <a:gd name="adj" fmla="val 14118"/>
            </a:avLst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19385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Payroll Processing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25696" y="2990088"/>
            <a:ext cx="3657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78892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based on staff records and timesheets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25696" y="3767328"/>
            <a:ext cx="3657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566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advances, EOSB &amp; gratuity calculated automatically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25696" y="4544568"/>
            <a:ext cx="3657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3434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payslips as PDF from your profile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25696" y="5321808"/>
            <a:ext cx="3657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51206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 for international staff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0456" y="192024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0456" y="1920240"/>
            <a:ext cx="3749040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19385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Your Action Required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21624" y="2990088"/>
            <a:ext cx="3657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8567928" y="278892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app.pactorg.com TODAY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21624" y="3767328"/>
            <a:ext cx="3657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8567928" y="3566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role: Employee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21624" y="4544568"/>
            <a:ext cx="3657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8567928" y="43434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profile fully (name, title, dept, phone)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421624" y="5321808"/>
            <a:ext cx="3657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8567928" y="51206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registration with your line manager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Managers &amp; Directors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team is registered, unlock full management capabilities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Monitor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of your team's task load, completion rates, and daily activity. Spot overloaded or underperforming staff instantly.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24528" y="11887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61688" y="1847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61688" y="21945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leave requests, timesheets, procurement, and expense submissions — all with a full audit trail and digital signatures.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0456" y="11887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57616" y="1847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HR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7616" y="21945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 cycles, generate payslips, manage salary increments, EOSB calculations, and retainer contracts for all staff.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61188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4270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KPI overview, budget utilization, milestone tracking, and project health matrix for director-level visibility.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24528" y="361188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361688" y="4270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1688" y="4617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 individually or bulk-assign to the whole department. Set priorities, due dates, and dependencies with one click.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0456" y="361188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357616" y="4270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57616" y="4617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 and Excel reports for donors, management, and auditors. Covering projects, finance, HR, and field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35508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Command Center  ·  Internal Onboarding  ·  app.pactorg.com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at a Glance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04320" cy="36576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77240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register as Employee — role upgrades are done by admin after registration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117043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1430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1795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staff (default)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147218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tasks · Log work · Submit leave · View contract &amp; payslip · Join projects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947672"/>
            <a:ext cx="117043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947672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A3A6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476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1984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/ Coordinators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276856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+ Assign tasks · Approve leave &amp; timesheets · Team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752344"/>
            <a:ext cx="117043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752344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523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081528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 · Cross-project analytics · Budget approvals · Financial dashboards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557016"/>
            <a:ext cx="117043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557016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05966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57016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593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886200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HR hub · Payroll runs · Contracts · Salary management · EOSB calculations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361688"/>
            <a:ext cx="117043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36168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D97706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616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Admin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31720" y="4398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4690872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accounting · GL · Budgets · Procurement (P2P) · Reconciliation · Donor reporting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5166360"/>
            <a:ext cx="1170432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51663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374151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5166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31720" y="52029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System admin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5495544"/>
            <a:ext cx="9418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· User management · Audit logs · System settings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app.pactorg.com right 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Chrome on your computer or mobile browser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2402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your PACT work email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6243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role: Employee — takes less than 3 minutes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profile fully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5387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Department · Job Title · Phone number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40690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your manager you are registered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4531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will activate your account within 24 hours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49834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and check My Tasks &amp; My Board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3675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and payroll will start once all staff are on 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5577840"/>
            <a:ext cx="5760720" cy="640080"/>
          </a:xfrm>
          <a:prstGeom prst="roundRect">
            <a:avLst>
              <a:gd name="adj" fmla="val 17143"/>
            </a:avLst>
          </a:prstGeom>
          <a:solidFill>
            <a:srgbClr val="FCD34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55778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Register Now: app.pactorg.com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PACT Command Center Staff Onboarding</dc:title>
  <dc:subject>Staff Onboarding — PACT Command Center</dc:subject>
  <dc:creator>PACT Sudan</dc:creator>
  <cp:lastModifiedBy>PACT Sudan</cp:lastModifiedBy>
  <cp:revision>1</cp:revision>
  <dcterms:created xsi:type="dcterms:W3CDTF">2026-05-07T07:46:17Z</dcterms:created>
  <dcterms:modified xsi:type="dcterms:W3CDTF">2026-05-07T07:46:17Z</dcterms:modified>
</cp:coreProperties>
</file>